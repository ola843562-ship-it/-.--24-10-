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6A6B2-CB07-5762-E400-04C61682D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9524E0-D05E-39B5-3A61-633FACC0C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2587D3-FD7E-5059-D98E-49B97927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84ACFA-4345-932B-9EEE-65D9E583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A56F44-E42C-BD5D-3A5F-2693148D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89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3D1D1-4B4B-4E4C-0176-24CAF39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F832D7-481C-9850-C437-72E1033D3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FA3301-F71B-9B1E-59DB-C5FF86C2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1CD455-7B1A-E8E1-6C0E-B14AF87D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C90E64-DFE6-8C18-AD04-E315FE36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01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C4D2A-1FCE-1FA2-DEF4-B63F5A74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8AC79E-E8AA-3B9A-EE06-06C4E6903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8E5105-969A-01EA-2677-16F216E6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BBFC28-8B77-545F-2580-0E8A2150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5C0B42-D4B8-D734-5C06-E7935CAC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92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9C9F6-98B8-12C0-94B9-0B421A56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54F1F8-93B1-D43B-585C-09B97AC4D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48B61A-89E0-0A82-D35E-23018AC2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45C19B-1F1F-067B-DB6A-CD43C3BE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01FC23-134F-CBDA-EE91-CA8C1E15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F1A5BE-301C-6E9F-4353-44689715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8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D7945-66A1-4777-BEE4-7F56CA9B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925F67-B255-00FA-A562-E077AB2F0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1BCDFD-7294-EF5E-0B33-16DE6A2C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16FB81-B64A-3A57-EA14-1AE1EDD4B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CDF0BE-2044-54DC-812E-F21A239A0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DC8D67D-2A93-7AE6-7E24-5297BC24C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5DA703-2093-91AA-757A-ABB57232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5E99678-457D-0170-579C-F65352C5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07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41E34-06A0-6E50-8DE3-2D8F7D6C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15F7DB-21BA-5681-52AB-CF81D39F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88748F-3643-2128-E737-BEBE034C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86A0B4-21C7-ABF0-3F51-1AD11545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35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E74F41-521E-723A-9DF0-3B93A2DF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E61609B-1EDE-8099-E089-A2E3EA8B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C34701-AF33-90E5-75F4-D1F125A5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777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679E5-7ECB-8E5E-4D39-263E14B6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EABB29-B6EE-1988-8AF4-A0B155AD6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6EC3C1-16BA-0507-26DF-B71CFBB05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A5A3CB-EF51-69F8-B40A-4BB9D96A9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7A14D1-1E51-A0A7-A89B-CAD65E8F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80BD08-8FE0-C826-78E2-12D677EE8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60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BFACC-6FBE-855A-965A-5C5ADAA5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9817E5C-64C6-5BCF-9932-7676F3C47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B070AD-7729-DD2A-E124-ABDAE83AB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B81F7C-E52C-3220-4E15-B840EC15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C3FD2E-4604-BEBA-7C8F-5940F8DC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BDB85E-E864-D4AE-7930-F7F238C3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79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401B0-F8E2-B1AC-B7FD-D431EC7F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BE806D-9B27-CCFA-1CC6-58FCFC830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EDAECB-4F15-E10F-E5E5-2E33443C3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3FF6D-4AEC-A8D5-3436-AF4E7A71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382551-DD7C-2182-A7EE-1D8CCF59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07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1378D3-1B02-2DFF-975E-42882BF86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77E670-9B72-8FAF-F71A-DDF6B132D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56F08A-F160-4D43-6BD8-D9716254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924D70-4E70-BB20-32B1-4C9932DF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D9F982-5CB3-CFC0-5467-A77777E6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70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AEF0B-F0EF-8F60-E07D-7FA928B9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CFD971-96A2-45C9-4BE6-FD2924732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99C64F-D8CF-A194-9BA8-292E8714D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0C921-C4C9-4DAE-AA60-C598DDA100F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63430E-A848-C47D-DE5B-2B423A52B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4F3229-7F78-5490-5C8E-98897F71D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A173C-4797-47CF-80F7-58E7A017B6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EEFE2-0C8A-AADA-3E46-29A3F9927B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Отчёт по заданию</a:t>
            </a:r>
            <a:br>
              <a:rPr lang="ru-RU" dirty="0"/>
            </a:br>
            <a:r>
              <a:rPr lang="ru-RU" b="1" dirty="0"/>
              <a:t>для стажировки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0E6AED-BFFA-D5B2-D0DA-DE82EBBCD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Выполнили: студенты группы АДБ-24-10 Королев В.А, Мытникова О.Д., </a:t>
            </a:r>
            <a:r>
              <a:rPr lang="ru-RU" dirty="0" err="1"/>
              <a:t>Салабаш</a:t>
            </a:r>
            <a:r>
              <a:rPr lang="ru-RU" dirty="0"/>
              <a:t> Д. Ю., </a:t>
            </a:r>
            <a:r>
              <a:rPr lang="ru-RU" dirty="0" err="1"/>
              <a:t>Холев</a:t>
            </a:r>
            <a:r>
              <a:rPr lang="ru-RU" dirty="0"/>
              <a:t> Н.Р., </a:t>
            </a:r>
            <a:r>
              <a:rPr lang="ru-RU" dirty="0" err="1"/>
              <a:t>Гарбко</a:t>
            </a:r>
            <a:r>
              <a:rPr lang="ru-RU" dirty="0"/>
              <a:t> Н. 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12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B0C85-3588-24F2-A6DC-9C61C651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B86F23-1DDE-9423-18D2-0AD81A58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 стажировки: создание файлового менеджера на языке </a:t>
            </a:r>
            <a:r>
              <a:rPr lang="en-US" dirty="0" err="1"/>
              <a:t>c++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Требуемые функции: перемещение по списку файлов, переход в новую директорию, удаление файлов и пустых директорий, копирование или перемещение файла в новую директорию, режим чтения файлов.</a:t>
            </a:r>
          </a:p>
        </p:txBody>
      </p:sp>
    </p:spTree>
    <p:extLst>
      <p:ext uri="{BB962C8B-B14F-4D97-AF65-F5344CB8AC3E}">
        <p14:creationId xmlns:p14="http://schemas.microsoft.com/office/powerpoint/2010/main" val="197871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AE885-F052-87FC-B6A0-A6E1F21F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F9C468-2D53-9F30-7B22-061D788FE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C++17. Выбор данного стандарта обусловлен наличием в нём ключевых возможностей, необходимых для реализации файлового менеджера</a:t>
            </a:r>
          </a:p>
          <a:p>
            <a:r>
              <a:rPr lang="ru-RU" dirty="0"/>
              <a:t>Библиотека FTXUI (</a:t>
            </a:r>
            <a:r>
              <a:rPr lang="ru-RU" dirty="0" err="1"/>
              <a:t>Functional</a:t>
            </a:r>
            <a:r>
              <a:rPr lang="ru-RU" dirty="0"/>
              <a:t> TUI) — современная библиотека для создания текстовых пользовательских интерфейсов в терминале.</a:t>
            </a:r>
          </a:p>
          <a:p>
            <a:r>
              <a:rPr lang="ru-RU" dirty="0" err="1"/>
              <a:t>CMake</a:t>
            </a:r>
            <a:r>
              <a:rPr lang="ru-RU" dirty="0"/>
              <a:t> (версия 3.14 и выше) с поддержкой статической и динамической компоновки. Для платформы Windows предусмотрена автоматическая утилита копирования необходимых DLL-библиотек.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01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D0E9A-C80E-51D2-18F5-1B5C0EA6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Доступный функционал: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66DCA6-0BDD-120A-DD2A-5AF74C565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«↑» и «↓» - перемещение между файлами и директориями в текущей директории</a:t>
            </a:r>
          </a:p>
          <a:p>
            <a:pPr marL="0" indent="0">
              <a:buNone/>
            </a:pPr>
            <a:r>
              <a:rPr lang="ru-RU" dirty="0"/>
              <a:t>пробел или m- маркер для вырезания и копирования</a:t>
            </a:r>
            <a:br>
              <a:rPr lang="ru-RU" dirty="0"/>
            </a:br>
            <a:r>
              <a:rPr lang="ru-RU" dirty="0"/>
              <a:t>x - вырезать (переместить выделенное) в текущую папку</a:t>
            </a:r>
            <a:br>
              <a:rPr lang="ru-RU" dirty="0"/>
            </a:br>
            <a:r>
              <a:rPr lang="ru-RU" dirty="0"/>
              <a:t>c - копировать выделенное в текущую папку</a:t>
            </a:r>
            <a:br>
              <a:rPr lang="ru-RU" dirty="0"/>
            </a:br>
            <a:r>
              <a:rPr lang="ru-RU" dirty="0"/>
              <a:t>o - открыть файл (переход в режим чтения)</a:t>
            </a:r>
            <a:br>
              <a:rPr lang="ru-RU" dirty="0"/>
            </a:br>
            <a:r>
              <a:rPr lang="ru-RU" dirty="0"/>
              <a:t>i – режим подробного отображения</a:t>
            </a:r>
            <a:br>
              <a:rPr lang="ru-RU" dirty="0"/>
            </a:br>
            <a:r>
              <a:rPr lang="ru-RU" dirty="0" err="1"/>
              <a:t>esc</a:t>
            </a:r>
            <a:r>
              <a:rPr lang="ru-RU" dirty="0"/>
              <a:t> или q - закрыть программу</a:t>
            </a:r>
            <a:br>
              <a:rPr lang="ru-RU" dirty="0"/>
            </a:br>
            <a:r>
              <a:rPr lang="ru-RU" dirty="0" err="1"/>
              <a:t>dell</a:t>
            </a:r>
            <a:r>
              <a:rPr lang="ru-RU" dirty="0"/>
              <a:t> - удалить файл/папку на которой курсор. Перед удалением просит подтверждение</a:t>
            </a:r>
            <a:br>
              <a:rPr lang="ru-RU" dirty="0"/>
            </a:br>
            <a:r>
              <a:rPr lang="ru-RU" dirty="0" err="1"/>
              <a:t>enter</a:t>
            </a:r>
            <a:r>
              <a:rPr lang="ru-RU" dirty="0"/>
              <a:t> - «зайти» в папку</a:t>
            </a:r>
            <a:br>
              <a:rPr lang="ru-RU" dirty="0"/>
            </a:br>
            <a:r>
              <a:rPr lang="ru-RU" dirty="0" err="1"/>
              <a:t>backspace</a:t>
            </a:r>
            <a:r>
              <a:rPr lang="ru-RU" dirty="0"/>
              <a:t> - вернуться в родительскую папку</a:t>
            </a:r>
          </a:p>
        </p:txBody>
      </p:sp>
    </p:spTree>
    <p:extLst>
      <p:ext uri="{BB962C8B-B14F-4D97-AF65-F5344CB8AC3E}">
        <p14:creationId xmlns:p14="http://schemas.microsoft.com/office/powerpoint/2010/main" val="253792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BB0BF-EA5A-B460-2483-698C9DC1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Меню при открытии: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3FE7820-5D16-446A-EC68-13EA8660A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265" y="1920240"/>
            <a:ext cx="10127135" cy="390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0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2EE1B-BE68-D43E-B1F5-06B3D02C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CB4B1-A105-E943-1FE5-279F11A7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Отмеченный файл выделяется фиолетовым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Вставка в новую директорию: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627483-DB46-D213-FE8E-EF86BDC0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34" y="2296160"/>
            <a:ext cx="7575601" cy="13595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852C0C-10E2-0F19-D5E8-B4C10577B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33" y="4333398"/>
            <a:ext cx="7575601" cy="168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B8B29-C7F7-7659-FB4A-BDCF06FE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C16C2E-45F5-0BB1-724F-43520ACB8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317" y="1520825"/>
            <a:ext cx="10515600" cy="4351338"/>
          </a:xfrm>
        </p:spPr>
        <p:txBody>
          <a:bodyPr/>
          <a:lstStyle/>
          <a:p>
            <a:r>
              <a:rPr lang="ru-RU" dirty="0"/>
              <a:t>Вырезание файла из директории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B4DD0E-F556-C8F5-4397-126A6EFC0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83" y="1957751"/>
            <a:ext cx="6611273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7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0EAD8-1B75-0765-0C74-566383F6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7C656E-E1CC-2350-057B-AA3FE21D4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Чтение файла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84305F-59B9-9906-F103-0D20923F9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86" y="2406165"/>
            <a:ext cx="9538543" cy="325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5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9AC57-04CE-A426-D7BF-F36BB5F9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 подробного отображения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4685EE1-7F36-7512-DA23-FCD000622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301" y="2077808"/>
            <a:ext cx="11048330" cy="223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611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272</Words>
  <Application>Microsoft Office PowerPoint</Application>
  <PresentationFormat>Широкоэкранный</PresentationFormat>
  <Paragraphs>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Отчёт по заданию для стажировки </vt:lpstr>
      <vt:lpstr>Задание</vt:lpstr>
      <vt:lpstr>Особенности реализации</vt:lpstr>
      <vt:lpstr>Доступный функционал:</vt:lpstr>
      <vt:lpstr>Меню при открытии:</vt:lpstr>
      <vt:lpstr>Пример работы функций</vt:lpstr>
      <vt:lpstr>Пример работы функций</vt:lpstr>
      <vt:lpstr>Пример работы функций</vt:lpstr>
      <vt:lpstr>Режим подробного отображения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Оля Мытникова</dc:creator>
  <cp:lastModifiedBy>Оля Мытникова</cp:lastModifiedBy>
  <cp:revision>1</cp:revision>
  <dcterms:created xsi:type="dcterms:W3CDTF">2026-06-08T16:02:42Z</dcterms:created>
  <dcterms:modified xsi:type="dcterms:W3CDTF">2026-06-08T16:19:01Z</dcterms:modified>
</cp:coreProperties>
</file>